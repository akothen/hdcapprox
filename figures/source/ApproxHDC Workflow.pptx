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2D1"/>
    <a:srgbClr val="F0DF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/>
    <p:restoredTop sz="94668"/>
  </p:normalViewPr>
  <p:slideViewPr>
    <p:cSldViewPr snapToGrid="0">
      <p:cViewPr varScale="1">
        <p:scale>
          <a:sx n="105" d="100"/>
          <a:sy n="105" d="100"/>
        </p:scale>
        <p:origin x="11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0F1C-CBB1-A6EA-6B5F-6B3E6FFEF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61981-2FB0-19EA-A764-C9CDA029E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5170E-5998-058D-CBB9-3D80CFB2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33E6C-C155-049A-C047-E4D8D4D9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0B113-06BC-3F36-2252-BB8A087E4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78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922F-2539-E3E3-B881-267DB1C52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FB5B3-7E22-DAF2-E26C-18B96655E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60F57-355C-DCCC-4C14-2A532FFF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774DE-2CAE-85CC-9508-F699B817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CB48D-D85E-08F7-5AE6-95EAE424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7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EFBF9-0056-B0C2-19D1-55CEC9DC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11BA7-622E-8B1B-4FEC-974473729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5B5E7-9CD5-5159-7CFB-9C945BA1A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51F31-6CF1-6DCC-0815-A5E90E587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BC63E-ED88-E77D-60B8-F1C8F201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3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C997A-34A4-884A-5316-41F52703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A6DDD-3B91-7A0C-1361-92FF3A688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55FD1-4DF1-4AD5-1DD3-D175DB77F2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ABAD5-643C-C1D8-D239-EEEC4EE12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FEF5A-31E2-9514-AB74-B04AC7C3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F464D-EA67-664B-450E-2D330350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3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AF103-95DF-69B6-49BC-98188C2A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292C4-EEB4-1579-B14B-CDFC98F7A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5A4F-0D4A-DF50-98C9-989CF8480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B5101-619C-DB1D-F42D-9A9F66D5B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45E81-9C22-3604-A710-F2CCFE4FD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7ABCAB-FA7A-5244-361E-8A46332F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524FF7-E5ED-3E68-CEE7-24E3F0997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9A3F4A-4F96-1A66-968F-BFCF032C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69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3163-E220-F628-C693-53905B0E8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C1AE35-934E-0972-E14C-06DE7E623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74710-D539-A783-AC17-EF512286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A9385-509D-67A6-BA2A-3BA45963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26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5D5ED-88C5-A238-80CA-B65B3313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C3193D-7A06-C109-B73A-26F38009C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A70B7-FB92-EAE9-490C-11447A84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32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CD65-B780-378D-9C8F-89EAF5D1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C8255-2952-8D8A-F0B2-6BCC64B83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0DA27-47E6-8255-FEFC-32BA05BD7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BBB29-E67D-11BB-B720-97ECC8E8D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93486-8DD1-07CF-14D7-653D4F30E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1F63B-6917-C071-D889-0BF3F74EA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34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A3F7-B724-47D5-A024-E6EFAB78A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2252D6-20A8-30C6-F855-F6A4CEF8F9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23092-E3A0-11E4-3065-C893CFDF8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6BBF6-B16F-5939-6BC3-67016BDF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F29B1-30AF-5DC1-A84D-6CEA3D32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6F1D6-FD49-8416-F59F-E8D545EC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3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0390-1FA9-9DAA-96B3-383243D3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65E7D-0968-FB9D-64E8-42708E950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A904E-6A21-90F1-FACC-048DD070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6E35C-69B7-A6CB-251C-E12503C5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0082F-6B92-D0AA-C13B-D217D5F1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7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B8FF22-0A80-31F4-98B1-98A09FD39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B091C-D07C-6FE1-BCEF-C4C66C4BD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69601-65A7-1485-F185-8855DB9A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24567-B53B-5AB1-CDA6-8A9E2923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06A22-0027-82BE-DEB8-E074AC12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9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5C1E98-955D-7AF4-14A0-963B8788D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27381-8F74-3236-1ECC-149DEF9AC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BF8A-06DA-5E01-6CC5-6F9AA4EBF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58CB6-F1D5-AC42-8D42-419C73F33485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8A381-ADBD-E559-D17D-647A8C04B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D96F-2A4D-568E-6A3A-0DBA240A7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50A9C-5C40-FF40-A4C8-9E76FAEE2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95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D815E33-4CDE-3659-7A78-642B2F8E98A7}"/>
              </a:ext>
            </a:extLst>
          </p:cNvPr>
          <p:cNvGrpSpPr/>
          <p:nvPr/>
        </p:nvGrpSpPr>
        <p:grpSpPr>
          <a:xfrm>
            <a:off x="-376241" y="2463030"/>
            <a:ext cx="2305318" cy="1437620"/>
            <a:chOff x="1369969" y="1915733"/>
            <a:chExt cx="2305318" cy="1437620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EA4BE1CF-EFD3-47FD-AD29-DD6C414387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90671" y="1915733"/>
              <a:ext cx="914400" cy="914400"/>
            </a:xfrm>
            <a:prstGeom prst="rect">
              <a:avLst/>
            </a:prstGeom>
            <a:effectLst/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BB850F-A4F4-606F-EBC5-5A3DD930B5B1}"/>
                </a:ext>
              </a:extLst>
            </p:cNvPr>
            <p:cNvSpPr txBox="1"/>
            <p:nvPr/>
          </p:nvSpPr>
          <p:spPr>
            <a:xfrm>
              <a:off x="1369969" y="2830133"/>
              <a:ext cx="23053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HDC++ </a:t>
              </a:r>
            </a:p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Application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E59B7EE-47CC-D06A-CA55-DCE680A5D253}"/>
              </a:ext>
            </a:extLst>
          </p:cNvPr>
          <p:cNvGrpSpPr/>
          <p:nvPr/>
        </p:nvGrpSpPr>
        <p:grpSpPr>
          <a:xfrm>
            <a:off x="-196451" y="597326"/>
            <a:ext cx="1945738" cy="1481012"/>
            <a:chOff x="3129845" y="2200839"/>
            <a:chExt cx="1945738" cy="1481012"/>
          </a:xfrm>
        </p:grpSpPr>
        <p:pic>
          <p:nvPicPr>
            <p:cNvPr id="3" name="Graphic 2" descr="Single gear outline">
              <a:extLst>
                <a:ext uri="{FF2B5EF4-FFF2-40B4-BE49-F238E27FC236}">
                  <a16:creationId xmlns:a16="http://schemas.microsoft.com/office/drawing/2014/main" id="{04792CE9-1F3C-0879-7AE3-9FC9C54BBE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5514" y="2200839"/>
              <a:ext cx="914400" cy="9144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8B0392-E9D6-AC37-DB92-758C98B3198B}"/>
                </a:ext>
              </a:extLst>
            </p:cNvPr>
            <p:cNvSpPr txBox="1"/>
            <p:nvPr/>
          </p:nvSpPr>
          <p:spPr>
            <a:xfrm>
              <a:off x="3129845" y="2943187"/>
              <a:ext cx="194573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Quality of Service (QoS) </a:t>
              </a:r>
            </a:p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Evaluator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2F564E17-D12B-A2CF-0F5C-3193B3018AD7}"/>
              </a:ext>
            </a:extLst>
          </p:cNvPr>
          <p:cNvSpPr/>
          <p:nvPr/>
        </p:nvSpPr>
        <p:spPr>
          <a:xfrm>
            <a:off x="2475539" y="2257438"/>
            <a:ext cx="1629554" cy="73731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HDC Primitive Identification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5CA999-E9B5-AC5C-2D7E-458090E3F5F9}"/>
              </a:ext>
            </a:extLst>
          </p:cNvPr>
          <p:cNvSpPr/>
          <p:nvPr/>
        </p:nvSpPr>
        <p:spPr>
          <a:xfrm>
            <a:off x="6380172" y="2260794"/>
            <a:ext cx="1629554" cy="73731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HDC </a:t>
            </a:r>
          </a:p>
          <a:p>
            <a:pPr algn="ctr"/>
            <a:r>
              <a:rPr lang="en-US" sz="1600" dirty="0"/>
              <a:t>Approximation Annotation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B20B603-1502-72F3-3814-FDBFB1D694C1}"/>
              </a:ext>
            </a:extLst>
          </p:cNvPr>
          <p:cNvSpPr/>
          <p:nvPr/>
        </p:nvSpPr>
        <p:spPr>
          <a:xfrm>
            <a:off x="4348717" y="2146358"/>
            <a:ext cx="1629554" cy="959476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ApproxHDC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1600" b="1" dirty="0"/>
              <a:t>Tuning System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4E94AC3-2F67-8A89-2092-5D354C78834D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105093" y="2626096"/>
            <a:ext cx="243624" cy="0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0632FE-5093-E324-D9AE-B4262144BF66}"/>
              </a:ext>
            </a:extLst>
          </p:cNvPr>
          <p:cNvCxnSpPr>
            <a:cxnSpLocks/>
          </p:cNvCxnSpPr>
          <p:nvPr/>
        </p:nvCxnSpPr>
        <p:spPr>
          <a:xfrm>
            <a:off x="5972108" y="2463030"/>
            <a:ext cx="408064" cy="0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2AB0A8C-A2E7-C360-7FE5-5D707F3A689D}"/>
              </a:ext>
            </a:extLst>
          </p:cNvPr>
          <p:cNvCxnSpPr>
            <a:cxnSpLocks/>
            <a:stCxn id="13" idx="1"/>
            <a:endCxn id="15" idx="3"/>
          </p:cNvCxnSpPr>
          <p:nvPr/>
        </p:nvCxnSpPr>
        <p:spPr>
          <a:xfrm flipH="1" flipV="1">
            <a:off x="5978271" y="2626096"/>
            <a:ext cx="401901" cy="3356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0CC51A75-CBE4-2CF4-C34D-C535D811CE62}"/>
              </a:ext>
            </a:extLst>
          </p:cNvPr>
          <p:cNvSpPr/>
          <p:nvPr/>
        </p:nvSpPr>
        <p:spPr>
          <a:xfrm>
            <a:off x="8411627" y="2265600"/>
            <a:ext cx="1017481" cy="737316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HPVM</a:t>
            </a:r>
          </a:p>
          <a:p>
            <a:pPr algn="ctr"/>
            <a:r>
              <a:rPr lang="en-US" dirty="0"/>
              <a:t>HDC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BC03AFD-87DD-4EBC-80A2-C9A9E97414CE}"/>
              </a:ext>
            </a:extLst>
          </p:cNvPr>
          <p:cNvCxnSpPr>
            <a:cxnSpLocks/>
            <a:stCxn id="13" idx="3"/>
            <a:endCxn id="44" idx="1"/>
          </p:cNvCxnSpPr>
          <p:nvPr/>
        </p:nvCxnSpPr>
        <p:spPr>
          <a:xfrm>
            <a:off x="8009726" y="2629452"/>
            <a:ext cx="401901" cy="4806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351A062-9C2B-922A-66E9-BEDE6493AB65}"/>
              </a:ext>
            </a:extLst>
          </p:cNvPr>
          <p:cNvSpPr/>
          <p:nvPr/>
        </p:nvSpPr>
        <p:spPr>
          <a:xfrm>
            <a:off x="2151188" y="1735764"/>
            <a:ext cx="6037319" cy="1796988"/>
          </a:xfrm>
          <a:prstGeom prst="round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53BA523-60AD-6EE6-9C74-D9C62A8896AB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1537252" y="1735764"/>
            <a:ext cx="613936" cy="898494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C462AA4-9DA6-C9CF-0785-332800F19D49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1258861" y="2634258"/>
            <a:ext cx="892327" cy="898494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D59F993-FC91-A670-001B-ED4A49A84E2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2151188" y="2621635"/>
            <a:ext cx="324351" cy="4461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6D5FDA9-94AE-78E2-FB13-D2ACEA90BE08}"/>
              </a:ext>
            </a:extLst>
          </p:cNvPr>
          <p:cNvCxnSpPr>
            <a:cxnSpLocks/>
            <a:stCxn id="44" idx="3"/>
            <a:endCxn id="89" idx="1"/>
          </p:cNvCxnSpPr>
          <p:nvPr/>
        </p:nvCxnSpPr>
        <p:spPr>
          <a:xfrm flipV="1">
            <a:off x="9429108" y="1054526"/>
            <a:ext cx="259535" cy="1579732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79B7571-01D6-009D-20C8-1DA5EACC505B}"/>
              </a:ext>
            </a:extLst>
          </p:cNvPr>
          <p:cNvSpPr/>
          <p:nvPr/>
        </p:nvSpPr>
        <p:spPr>
          <a:xfrm>
            <a:off x="9688643" y="716595"/>
            <a:ext cx="1808735" cy="675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Software Approximations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1B0F1E2-F88B-9C1A-E8E8-5AAA946D64E4}"/>
              </a:ext>
            </a:extLst>
          </p:cNvPr>
          <p:cNvGrpSpPr/>
          <p:nvPr/>
        </p:nvGrpSpPr>
        <p:grpSpPr>
          <a:xfrm>
            <a:off x="9549820" y="397271"/>
            <a:ext cx="2086378" cy="400110"/>
            <a:chOff x="10014768" y="1444282"/>
            <a:chExt cx="2086378" cy="400110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5C037F14-5225-E8DB-8062-43381FCCEFD8}"/>
                </a:ext>
              </a:extLst>
            </p:cNvPr>
            <p:cNvSpPr txBox="1"/>
            <p:nvPr/>
          </p:nvSpPr>
          <p:spPr>
            <a:xfrm>
              <a:off x="10014768" y="1444282"/>
              <a:ext cx="1043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CPU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09BBBA5-5E07-7E42-9AAD-DE52DF0F7A4C}"/>
                </a:ext>
              </a:extLst>
            </p:cNvPr>
            <p:cNvSpPr txBox="1"/>
            <p:nvPr/>
          </p:nvSpPr>
          <p:spPr>
            <a:xfrm>
              <a:off x="11057957" y="1444282"/>
              <a:ext cx="1043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GPU</a:t>
              </a:r>
            </a:p>
          </p:txBody>
        </p:sp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46477C8-79C4-B9BD-A710-61E25397BDAB}"/>
              </a:ext>
            </a:extLst>
          </p:cNvPr>
          <p:cNvCxnSpPr>
            <a:cxnSpLocks/>
            <a:stCxn id="44" idx="3"/>
            <a:endCxn id="95" idx="1"/>
          </p:cNvCxnSpPr>
          <p:nvPr/>
        </p:nvCxnSpPr>
        <p:spPr>
          <a:xfrm>
            <a:off x="9429108" y="2634258"/>
            <a:ext cx="259535" cy="928462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Rectangle 94">
            <a:extLst>
              <a:ext uri="{FF2B5EF4-FFF2-40B4-BE49-F238E27FC236}">
                <a16:creationId xmlns:a16="http://schemas.microsoft.com/office/drawing/2014/main" id="{6634773A-C394-971B-E111-8F5CAA467814}"/>
              </a:ext>
            </a:extLst>
          </p:cNvPr>
          <p:cNvSpPr/>
          <p:nvPr/>
        </p:nvSpPr>
        <p:spPr>
          <a:xfrm>
            <a:off x="9688643" y="3224789"/>
            <a:ext cx="1808735" cy="675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Hardware Approximations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75DC83F-0CFE-00A8-EC00-6C1FCCA86150}"/>
              </a:ext>
            </a:extLst>
          </p:cNvPr>
          <p:cNvGrpSpPr/>
          <p:nvPr/>
        </p:nvGrpSpPr>
        <p:grpSpPr>
          <a:xfrm>
            <a:off x="9640674" y="2905779"/>
            <a:ext cx="2086378" cy="400110"/>
            <a:chOff x="10014768" y="1444282"/>
            <a:chExt cx="2086378" cy="400110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DA7973D-EE2D-2E79-FF59-10611BA312D4}"/>
                </a:ext>
              </a:extLst>
            </p:cNvPr>
            <p:cNvSpPr txBox="1"/>
            <p:nvPr/>
          </p:nvSpPr>
          <p:spPr>
            <a:xfrm>
              <a:off x="10014768" y="1444282"/>
              <a:ext cx="1043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ReRAM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E74344C-7314-881C-D2C6-E481AAE70BBE}"/>
                </a:ext>
              </a:extLst>
            </p:cNvPr>
            <p:cNvSpPr txBox="1"/>
            <p:nvPr/>
          </p:nvSpPr>
          <p:spPr>
            <a:xfrm>
              <a:off x="11057957" y="1444282"/>
              <a:ext cx="1043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PCM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6E83381-7FB2-035B-CCDD-474DDBD70A3B}"/>
              </a:ext>
            </a:extLst>
          </p:cNvPr>
          <p:cNvGrpSpPr/>
          <p:nvPr/>
        </p:nvGrpSpPr>
        <p:grpSpPr>
          <a:xfrm>
            <a:off x="3992742" y="205453"/>
            <a:ext cx="2677241" cy="1226525"/>
            <a:chOff x="50391" y="4553411"/>
            <a:chExt cx="2677241" cy="1226525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47D131F-CF27-3BEB-AEF5-0AFCEC3572C5}"/>
                </a:ext>
              </a:extLst>
            </p:cNvPr>
            <p:cNvSpPr txBox="1"/>
            <p:nvPr/>
          </p:nvSpPr>
          <p:spPr>
            <a:xfrm>
              <a:off x="50391" y="4553411"/>
              <a:ext cx="2677241" cy="646331"/>
            </a:xfrm>
            <a:prstGeom prst="rect">
              <a:avLst/>
            </a:prstGeom>
            <a:solidFill>
              <a:srgbClr val="F3F2D1"/>
            </a:solidFill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hetero_hdc_no_approx</a:t>
              </a:r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(Op1)</a:t>
              </a:r>
            </a:p>
            <a:p>
              <a:pPr algn="ctr"/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__</a:t>
              </a:r>
              <a:r>
                <a:rPr lang="en-US" sz="1200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hetero_hdc_no_approx</a:t>
              </a:r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(Op2)</a:t>
              </a:r>
            </a:p>
            <a:p>
              <a:pPr algn="ctr"/>
              <a:r>
                <a:rPr lang="en-US" sz="1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1D40F1E-D9F7-3544-CEF3-A9AECB41807E}"/>
                </a:ext>
              </a:extLst>
            </p:cNvPr>
            <p:cNvSpPr txBox="1"/>
            <p:nvPr/>
          </p:nvSpPr>
          <p:spPr>
            <a:xfrm>
              <a:off x="80959" y="5256716"/>
              <a:ext cx="23053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Optional User Annotations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D692D65-9E70-EF38-CE77-CDE35A8B2F82}"/>
              </a:ext>
            </a:extLst>
          </p:cNvPr>
          <p:cNvCxnSpPr>
            <a:cxnSpLocks/>
            <a:stCxn id="104" idx="2"/>
            <a:endCxn id="64" idx="0"/>
          </p:cNvCxnSpPr>
          <p:nvPr/>
        </p:nvCxnSpPr>
        <p:spPr>
          <a:xfrm flipH="1">
            <a:off x="5169848" y="1431978"/>
            <a:ext cx="6121" cy="303786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7F31EE8-6BAF-BA9A-AD4B-032F280D3290}"/>
              </a:ext>
            </a:extLst>
          </p:cNvPr>
          <p:cNvSpPr txBox="1"/>
          <p:nvPr/>
        </p:nvSpPr>
        <p:spPr>
          <a:xfrm>
            <a:off x="9108730" y="1392456"/>
            <a:ext cx="30920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Reduction Perforation</a:t>
            </a:r>
          </a:p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 Binarization</a:t>
            </a:r>
          </a:p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Encoding Dimensionality</a:t>
            </a:r>
          </a:p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 Type Representation</a:t>
            </a:r>
          </a:p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Algorithmic Choice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31A0C55-1383-7A9B-4FA9-185554F1EF8A}"/>
              </a:ext>
            </a:extLst>
          </p:cNvPr>
          <p:cNvSpPr txBox="1"/>
          <p:nvPr/>
        </p:nvSpPr>
        <p:spPr>
          <a:xfrm>
            <a:off x="9046991" y="3900650"/>
            <a:ext cx="3092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ADC Resolution</a:t>
            </a:r>
          </a:p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Write–Verify Cycles</a:t>
            </a:r>
          </a:p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 Quantization Scale</a:t>
            </a:r>
          </a:p>
          <a:p>
            <a:pPr algn="ctr"/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Multi-Level Cell (MLC) Bits</a:t>
            </a:r>
          </a:p>
        </p:txBody>
      </p:sp>
    </p:spTree>
    <p:extLst>
      <p:ext uri="{BB962C8B-B14F-4D97-AF65-F5344CB8AC3E}">
        <p14:creationId xmlns:p14="http://schemas.microsoft.com/office/powerpoint/2010/main" val="3034525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44CE17-EBE4-F250-05DE-67BDC6C0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F90FC2F-DB77-F4D5-E3D6-F64F0017D7FE}"/>
              </a:ext>
            </a:extLst>
          </p:cNvPr>
          <p:cNvGrpSpPr/>
          <p:nvPr/>
        </p:nvGrpSpPr>
        <p:grpSpPr>
          <a:xfrm>
            <a:off x="-309093" y="2490452"/>
            <a:ext cx="2305318" cy="1560731"/>
            <a:chOff x="1493950" y="1915733"/>
            <a:chExt cx="2305318" cy="1560731"/>
          </a:xfrm>
        </p:grpSpPr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8E8D04E2-01D3-26D4-671D-1A43649186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90671" y="1915733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272209-2A80-5F4A-8702-1F0BB63B629D}"/>
                </a:ext>
              </a:extLst>
            </p:cNvPr>
            <p:cNvSpPr txBox="1"/>
            <p:nvPr/>
          </p:nvSpPr>
          <p:spPr>
            <a:xfrm>
              <a:off x="1493950" y="2830133"/>
              <a:ext cx="23053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HDC++ Application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B92FE47-8EF6-0BF9-FD2B-D1707AD716D7}"/>
              </a:ext>
            </a:extLst>
          </p:cNvPr>
          <p:cNvSpPr/>
          <p:nvPr/>
        </p:nvSpPr>
        <p:spPr>
          <a:xfrm>
            <a:off x="1822360" y="2601532"/>
            <a:ext cx="1996226" cy="73731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HDC Primitive Identification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53385F-2496-9C7B-A5CD-01ABCCC22A54}"/>
              </a:ext>
            </a:extLst>
          </p:cNvPr>
          <p:cNvSpPr/>
          <p:nvPr/>
        </p:nvSpPr>
        <p:spPr>
          <a:xfrm>
            <a:off x="6591835" y="2591873"/>
            <a:ext cx="2223752" cy="73731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HDC Approximation Application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239D102-AE93-DF3E-0AE7-3BE70BEB3771}"/>
              </a:ext>
            </a:extLst>
          </p:cNvPr>
          <p:cNvSpPr/>
          <p:nvPr/>
        </p:nvSpPr>
        <p:spPr>
          <a:xfrm>
            <a:off x="4062210" y="2490452"/>
            <a:ext cx="2286000" cy="959476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ApproxHDC</a:t>
            </a:r>
            <a:endParaRPr lang="en-US" b="1" dirty="0"/>
          </a:p>
          <a:p>
            <a:pPr algn="ctr"/>
            <a:r>
              <a:rPr lang="en-US" b="1" dirty="0"/>
              <a:t>Tuning System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BAE8EC-C3A7-4E1F-FFE9-79128E13F213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202028" y="2970190"/>
            <a:ext cx="620332" cy="0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489FA4-EF0F-DE62-E405-F6B5B90B128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818586" y="2970190"/>
            <a:ext cx="243624" cy="0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940D7D-EF03-DED2-00E7-109813B1DA46}"/>
              </a:ext>
            </a:extLst>
          </p:cNvPr>
          <p:cNvCxnSpPr>
            <a:cxnSpLocks/>
          </p:cNvCxnSpPr>
          <p:nvPr/>
        </p:nvCxnSpPr>
        <p:spPr>
          <a:xfrm>
            <a:off x="6348210" y="2774861"/>
            <a:ext cx="243624" cy="0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3F3289-E915-CBAE-EC9D-DEBF8A470A5E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6348210" y="2960531"/>
            <a:ext cx="243625" cy="9659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82ED643-0235-D019-8AB1-59AF9D082A8F}"/>
              </a:ext>
            </a:extLst>
          </p:cNvPr>
          <p:cNvSpPr/>
          <p:nvPr/>
        </p:nvSpPr>
        <p:spPr>
          <a:xfrm>
            <a:off x="9000181" y="2591873"/>
            <a:ext cx="2223752" cy="737316"/>
          </a:xfrm>
          <a:prstGeom prst="rect">
            <a:avLst/>
          </a:prstGeom>
          <a:solidFill>
            <a:schemeClr val="bg2">
              <a:lumMod val="5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HPVM-HDC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749E61-A15E-890F-8B14-E5F132EB9D07}"/>
              </a:ext>
            </a:extLst>
          </p:cNvPr>
          <p:cNvCxnSpPr>
            <a:cxnSpLocks/>
            <a:stCxn id="10" idx="3"/>
            <a:endCxn id="25" idx="1"/>
          </p:cNvCxnSpPr>
          <p:nvPr/>
        </p:nvCxnSpPr>
        <p:spPr>
          <a:xfrm>
            <a:off x="8815587" y="2960531"/>
            <a:ext cx="184594" cy="0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C8C4A6C-B510-0FEE-39A2-58BB54A50C83}"/>
              </a:ext>
            </a:extLst>
          </p:cNvPr>
          <p:cNvSpPr txBox="1"/>
          <p:nvPr/>
        </p:nvSpPr>
        <p:spPr>
          <a:xfrm>
            <a:off x="11353259" y="2424814"/>
            <a:ext cx="104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CPU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A4307D-5202-53B5-3296-CA679D78CD16}"/>
              </a:ext>
            </a:extLst>
          </p:cNvPr>
          <p:cNvSpPr txBox="1"/>
          <p:nvPr/>
        </p:nvSpPr>
        <p:spPr>
          <a:xfrm>
            <a:off x="11382777" y="2766880"/>
            <a:ext cx="10431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GPU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03CF00-0DCC-F256-EFBD-023F7D78ABC3}"/>
              </a:ext>
            </a:extLst>
          </p:cNvPr>
          <p:cNvSpPr txBox="1"/>
          <p:nvPr/>
        </p:nvSpPr>
        <p:spPr>
          <a:xfrm>
            <a:off x="10895527" y="3338848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HD-ReRAM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E89E87-080B-99B9-A9CE-8837FAD9323C}"/>
              </a:ext>
            </a:extLst>
          </p:cNvPr>
          <p:cNvSpPr txBox="1"/>
          <p:nvPr/>
        </p:nvSpPr>
        <p:spPr>
          <a:xfrm>
            <a:off x="11001775" y="3080130"/>
            <a:ext cx="152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HD-PCM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E32CAB-97FC-7FB9-4581-8C60A269715C}"/>
              </a:ext>
            </a:extLst>
          </p:cNvPr>
          <p:cNvCxnSpPr>
            <a:cxnSpLocks/>
          </p:cNvCxnSpPr>
          <p:nvPr/>
        </p:nvCxnSpPr>
        <p:spPr>
          <a:xfrm flipV="1">
            <a:off x="11223933" y="2601532"/>
            <a:ext cx="433594" cy="368658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180C395-B1CD-7961-75D1-412D5DE641F8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11223933" y="2947652"/>
            <a:ext cx="433594" cy="12879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C4439F-59EF-9925-D29B-13EC3584DAA5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11223933" y="2960531"/>
            <a:ext cx="184594" cy="231767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A3DF995-B4FC-3DD3-FA5E-35341A6B766E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11223933" y="2960531"/>
            <a:ext cx="129326" cy="478598"/>
          </a:xfrm>
          <a:prstGeom prst="straightConnector1">
            <a:avLst/>
          </a:prstGeom>
          <a:ln w="38100"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87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98</Words>
  <Application>Microsoft Macintosh PowerPoint</Application>
  <PresentationFormat>Widescreen</PresentationFormat>
  <Paragraphs>40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Noor, Abdul Rafae</dc:creator>
  <cp:lastModifiedBy>Noor, Abdul Rafae</cp:lastModifiedBy>
  <cp:revision>7</cp:revision>
  <dcterms:created xsi:type="dcterms:W3CDTF">2025-11-10T22:59:23Z</dcterms:created>
  <dcterms:modified xsi:type="dcterms:W3CDTF">2026-04-14T21:36:33Z</dcterms:modified>
</cp:coreProperties>
</file>